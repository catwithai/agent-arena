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4" r:id="rId2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6331" autoAdjust="0"/>
  </p:normalViewPr>
  <p:slideViewPr>
    <p:cSldViewPr snapToGrid="0" showGuides="1">
      <p:cViewPr varScale="1">
        <p:scale>
          <a:sx n="111" d="100"/>
          <a:sy n="111" d="100"/>
        </p:scale>
        <p:origin x="630" y="102"/>
      </p:cViewPr>
      <p:guideLst>
        <p:guide pos="416"/>
        <p:guide pos="7256"/>
        <p:guide orient="horz" pos="648"/>
        <p:guide orient="horz" pos="709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F2399-1E7A-493F-BC81-D8484600807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033ED-FA55-4969-86CA-8A3296452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10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033ED-FA55-4969-86CA-8A32964524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B1A3C2-4644-33E4-DF99-B74C652080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66FC34-5621-9C1E-BC15-39114B16F0E2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7A6F88E-2349-F9CF-6071-2A6CF0852F8F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DC382A9F-AD63-7A89-B4CB-55A93F027E59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0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855DBC9-D44A-D480-7784-511EFAE4D6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B6B9A-34F1-006E-86E3-489001BE23FB}"/>
              </a:ext>
            </a:extLst>
          </p:cNvPr>
          <p:cNvSpPr/>
          <p:nvPr userDrawn="1"/>
        </p:nvSpPr>
        <p:spPr>
          <a:xfrm>
            <a:off x="1570892" y="0"/>
            <a:ext cx="2508738" cy="47126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9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400F2BD-9B1E-6A18-14C9-FEA1278D66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091BAB-5B23-AB47-D366-578B5B17C881}"/>
              </a:ext>
            </a:extLst>
          </p:cNvPr>
          <p:cNvSpPr/>
          <p:nvPr userDrawn="1"/>
        </p:nvSpPr>
        <p:spPr>
          <a:xfrm>
            <a:off x="0" y="0"/>
            <a:ext cx="2836985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DB0A1D4-EF1B-6F7A-68B3-FE0457294A09}"/>
              </a:ext>
            </a:extLst>
          </p:cNvPr>
          <p:cNvCxnSpPr>
            <a:cxnSpLocks/>
          </p:cNvCxnSpPr>
          <p:nvPr userDrawn="1"/>
        </p:nvCxnSpPr>
        <p:spPr>
          <a:xfrm>
            <a:off x="11692521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26018689-1E09-74A5-7B1A-EDD9B9385755}"/>
              </a:ext>
            </a:extLst>
          </p:cNvPr>
          <p:cNvSpPr/>
          <p:nvPr userDrawn="1"/>
        </p:nvSpPr>
        <p:spPr>
          <a:xfrm>
            <a:off x="11518900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44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50AD34C-45B7-9C94-E5FC-021023BAE13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E5C8E-74B6-6D31-FC01-41BCF9960D44}"/>
              </a:ext>
            </a:extLst>
          </p:cNvPr>
          <p:cNvSpPr/>
          <p:nvPr userDrawn="1"/>
        </p:nvSpPr>
        <p:spPr>
          <a:xfrm>
            <a:off x="0" y="0"/>
            <a:ext cx="12192000" cy="10858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54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722EB3-52D2-80EC-25A6-15014F7E05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A81A31-6E0E-C04D-69BD-603A47E95813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92ECDB-61E2-C471-51EA-3831A182C818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02A2A5-C02B-CFB7-38E9-3E0C316C5E15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36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722EB3-52D2-80EC-25A6-15014F7E05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A81A31-6E0E-C04D-69BD-603A47E95813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92ECDB-61E2-C471-51EA-3831A182C818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02A2A5-C02B-CFB7-38E9-3E0C316C5E15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2EF3806-A370-DAAC-7814-DC784825872B}"/>
              </a:ext>
            </a:extLst>
          </p:cNvPr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2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08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2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6D70C7-1E57-56C2-038D-43705327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FFBC8D-02D6-68C8-F86B-CCA3D7ED6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E7DC51-5AE1-1C98-85A1-1E481045F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542D-DDC8-46F7-8A7F-90BAEBA38947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3D5BEC-D3A7-A1EC-AEFF-ACBBFA5EA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24E26-EC79-CC2E-5238-1A9FA2161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751C-D683-4B36-B9F4-DA3C12A03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98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93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A21C241B-910F-9C61-2927-6A00B80874D6}"/>
              </a:ext>
            </a:extLst>
          </p:cNvPr>
          <p:cNvGrpSpPr/>
          <p:nvPr/>
        </p:nvGrpSpPr>
        <p:grpSpPr>
          <a:xfrm>
            <a:off x="6643290" y="1270232"/>
            <a:ext cx="4839390" cy="4317536"/>
            <a:chOff x="6643290" y="1270232"/>
            <a:chExt cx="4839390" cy="4317536"/>
          </a:xfrm>
        </p:grpSpPr>
        <p:sp>
          <p:nvSpPr>
            <p:cNvPr id="10" name="图形 5">
              <a:extLst>
                <a:ext uri="{FF2B5EF4-FFF2-40B4-BE49-F238E27FC236}">
                  <a16:creationId xmlns:a16="http://schemas.microsoft.com/office/drawing/2014/main" id="{6E25F27A-9BF1-EABA-9448-B7F5B20ADDA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853961" y="1478836"/>
              <a:ext cx="4371750" cy="3900325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solidFill>
              <a:schemeClr val="bg1"/>
            </a:solidFill>
            <a:ln w="6055" cap="flat">
              <a:noFill/>
              <a:prstDash val="solid"/>
              <a:miter/>
            </a:ln>
            <a:effectLst>
              <a:outerShdw blurRad="317500" dist="114300" dir="18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图形 5">
              <a:extLst>
                <a:ext uri="{FF2B5EF4-FFF2-40B4-BE49-F238E27FC236}">
                  <a16:creationId xmlns:a16="http://schemas.microsoft.com/office/drawing/2014/main" id="{640317E4-BA20-93D2-DB0C-FE5792172EB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643290" y="1270232"/>
              <a:ext cx="4839390" cy="4317536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noFill/>
            <a:ln w="6055" cap="flat">
              <a:solidFill>
                <a:schemeClr val="bg1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图形 5">
              <a:extLst>
                <a:ext uri="{FF2B5EF4-FFF2-40B4-BE49-F238E27FC236}">
                  <a16:creationId xmlns:a16="http://schemas.microsoft.com/office/drawing/2014/main" id="{305FC1A3-3ED6-05D0-EB9F-B55413E0A80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338310" y="1720476"/>
              <a:ext cx="3830060" cy="3417048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605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EDEA242-5EAE-E129-9D92-168AACA79547}"/>
              </a:ext>
            </a:extLst>
          </p:cNvPr>
          <p:cNvGrpSpPr/>
          <p:nvPr/>
        </p:nvGrpSpPr>
        <p:grpSpPr>
          <a:xfrm>
            <a:off x="571014" y="1654669"/>
            <a:ext cx="5948861" cy="3014413"/>
            <a:chOff x="571014" y="1654669"/>
            <a:chExt cx="5948861" cy="301441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D7D01BC-25D7-09DC-BE3A-2FAD20CB3261}"/>
                </a:ext>
              </a:extLst>
            </p:cNvPr>
            <p:cNvSpPr txBox="1"/>
            <p:nvPr/>
          </p:nvSpPr>
          <p:spPr>
            <a:xfrm>
              <a:off x="571014" y="2406489"/>
              <a:ext cx="572464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200" b="1" dirty="0">
                  <a:gradFill>
                    <a:gsLst>
                      <a:gs pos="0">
                        <a:schemeClr val="accent1"/>
                      </a:gs>
                      <a:gs pos="45000">
                        <a:schemeClr val="accent2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工作总结</a:t>
              </a:r>
              <a:r>
                <a:rPr lang="zh-CN" altLang="en-US" sz="7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汇报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C71DF6F-B9C9-A58A-BF5C-64CC8BE8080A}"/>
                </a:ext>
              </a:extLst>
            </p:cNvPr>
            <p:cNvSpPr txBox="1"/>
            <p:nvPr/>
          </p:nvSpPr>
          <p:spPr>
            <a:xfrm>
              <a:off x="571014" y="1654669"/>
              <a:ext cx="38857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gradFill>
                    <a:gsLst>
                      <a:gs pos="0">
                        <a:schemeClr val="accent1"/>
                      </a:gs>
                      <a:gs pos="45000">
                        <a:schemeClr val="accent2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WORK REPORT</a:t>
              </a:r>
              <a:endParaRPr lang="zh-CN" altLang="en-US" sz="3600" dirty="0">
                <a:gradFill>
                  <a:gsLst>
                    <a:gs pos="0">
                      <a:schemeClr val="accent1"/>
                    </a:gs>
                    <a:gs pos="45000">
                      <a:schemeClr val="accent2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D0C5D89-1E80-A898-BC7A-72E417B8F252}"/>
                </a:ext>
              </a:extLst>
            </p:cNvPr>
            <p:cNvSpPr txBox="1"/>
            <p:nvPr/>
          </p:nvSpPr>
          <p:spPr>
            <a:xfrm>
              <a:off x="571014" y="4217484"/>
              <a:ext cx="5948861" cy="45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Lorem ipsum dolor sit amet, consectetuer adipiscing elit. Maecenas porttitor congue massa. Fusce posuere, magna sed pulvinar ultricies, purus lectus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malesuada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libero.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6556E9-D1AE-0EFE-1704-739B7E71590D}"/>
                </a:ext>
              </a:extLst>
            </p:cNvPr>
            <p:cNvSpPr txBox="1"/>
            <p:nvPr/>
          </p:nvSpPr>
          <p:spPr>
            <a:xfrm>
              <a:off x="571014" y="2405765"/>
              <a:ext cx="5948861" cy="441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工作总结丨工作汇报丨项目汇报丨述职报告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6E76888-2CC6-4C59-818E-FF9C8DBB570F}"/>
              </a:ext>
            </a:extLst>
          </p:cNvPr>
          <p:cNvGrpSpPr/>
          <p:nvPr/>
        </p:nvGrpSpPr>
        <p:grpSpPr>
          <a:xfrm>
            <a:off x="655838" y="5363755"/>
            <a:ext cx="1842812" cy="376280"/>
            <a:chOff x="655838" y="5363755"/>
            <a:chExt cx="1842812" cy="37628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D8991B5-DD7A-D756-7121-0DEB92710DC9}"/>
                </a:ext>
              </a:extLst>
            </p:cNvPr>
            <p:cNvSpPr/>
            <p:nvPr/>
          </p:nvSpPr>
          <p:spPr>
            <a:xfrm>
              <a:off x="655839" y="5363755"/>
              <a:ext cx="1842811" cy="37628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800000" scaled="0"/>
            </a:gradFill>
            <a:ln>
              <a:solidFill>
                <a:schemeClr val="bg1"/>
              </a:solidFill>
            </a:ln>
            <a:effectLst>
              <a:outerShdw blurRad="165100" dist="50800" dir="1800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5342D36-A69A-8687-CE37-498F5BCA430F}"/>
                </a:ext>
              </a:extLst>
            </p:cNvPr>
            <p:cNvSpPr txBox="1"/>
            <p:nvPr/>
          </p:nvSpPr>
          <p:spPr>
            <a:xfrm>
              <a:off x="655838" y="5366043"/>
              <a:ext cx="1842811" cy="371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n-ea"/>
                </a:rPr>
                <a:t>汇报人：第一</a:t>
              </a:r>
              <a:r>
                <a:rPr lang="en-US" altLang="zh-CN" sz="1600" dirty="0">
                  <a:solidFill>
                    <a:schemeClr val="bg1"/>
                  </a:solidFill>
                  <a:latin typeface="+mn-ea"/>
                </a:rPr>
                <a:t>PPT</a:t>
              </a: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3C2253C-B1D7-CF73-361B-9AD6B06DBFF5}"/>
              </a:ext>
            </a:extLst>
          </p:cNvPr>
          <p:cNvCxnSpPr/>
          <p:nvPr/>
        </p:nvCxnSpPr>
        <p:spPr>
          <a:xfrm>
            <a:off x="440481" y="406175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FC4550-7A39-81E4-7BCE-F9176AE4D5D7}"/>
              </a:ext>
            </a:extLst>
          </p:cNvPr>
          <p:cNvCxnSpPr/>
          <p:nvPr/>
        </p:nvCxnSpPr>
        <p:spPr>
          <a:xfrm>
            <a:off x="440481" y="499882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C395C11-2A01-ABF8-F93C-B0BEDAA88360}"/>
              </a:ext>
            </a:extLst>
          </p:cNvPr>
          <p:cNvCxnSpPr/>
          <p:nvPr/>
        </p:nvCxnSpPr>
        <p:spPr>
          <a:xfrm>
            <a:off x="440481" y="593590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5919478-3859-5A1F-4FA4-F5C3E150ADCB}"/>
              </a:ext>
            </a:extLst>
          </p:cNvPr>
          <p:cNvSpPr txBox="1"/>
          <p:nvPr/>
        </p:nvSpPr>
        <p:spPr>
          <a:xfrm>
            <a:off x="758132" y="323166"/>
            <a:ext cx="1035939" cy="3629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72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LOGO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E3E6208-A709-2783-6196-6F1B02972434}"/>
              </a:ext>
            </a:extLst>
          </p:cNvPr>
          <p:cNvSpPr txBox="1"/>
          <p:nvPr/>
        </p:nvSpPr>
        <p:spPr>
          <a:xfrm>
            <a:off x="1487335" y="323166"/>
            <a:ext cx="1235545" cy="3629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企业名称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75072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第一PPT，www.1ppt.com">
  <a:themeElements>
    <a:clrScheme name="自定义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EFB"/>
      </a:accent1>
      <a:accent2>
        <a:srgbClr val="006DC3"/>
      </a:accent2>
      <a:accent3>
        <a:srgbClr val="008EFB"/>
      </a:accent3>
      <a:accent4>
        <a:srgbClr val="006DC3"/>
      </a:accent4>
      <a:accent5>
        <a:srgbClr val="008EFB"/>
      </a:accent5>
      <a:accent6>
        <a:srgbClr val="006DC3"/>
      </a:accent6>
      <a:hlink>
        <a:srgbClr val="0563C1"/>
      </a:hlink>
      <a:folHlink>
        <a:srgbClr val="954F72"/>
      </a:folHlink>
    </a:clrScheme>
    <a:fontScheme name="版式主题字体">
      <a:majorFont>
        <a:latin typeface="阿里巴巴普惠体"/>
        <a:ea typeface="思源宋体 CN Heavy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51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阿里巴巴普惠体</vt:lpstr>
      <vt:lpstr>等线</vt:lpstr>
      <vt:lpstr>微软雅黑</vt:lpstr>
      <vt:lpstr>Arial</vt:lpstr>
      <vt:lpstr>第一PPT，www.1ppt.com</vt:lpstr>
      <vt:lpstr>自定义设计方案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工作汇报总结</dc:title>
  <dc:creator>第一PPT，www.1ppt.com</dc:creator>
  <cp:keywords>www.1ppt.com</cp:keywords>
  <dc:description>第一PPT</dc:description>
  <cp:lastModifiedBy>qq qq</cp:lastModifiedBy>
  <cp:revision>23</cp:revision>
  <dcterms:created xsi:type="dcterms:W3CDTF">2025-04-01T14:17:57Z</dcterms:created>
  <dcterms:modified xsi:type="dcterms:W3CDTF">2026-06-25T03:55:27Z</dcterms:modified>
</cp:coreProperties>
</file>