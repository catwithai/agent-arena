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4" r:id="rId2"/>
  </p:sldMasterIdLst>
  <p:notesMasterIdLst>
    <p:notesMasterId r:id="rId4"/>
  </p:notesMasterIdLst>
  <p:sldIdLst>
    <p:sldId id="256" r:id="rId3"/>
  </p:sldIdLst>
  <p:sldSz cx="12192000" cy="6858000"/>
  <p:notesSz cx="6858000" cy="9144000"/>
  <p:custDataLst>
    <p:tags r:id="rId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09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C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11" autoAdjust="0"/>
    <p:restoredTop sz="96331" autoAdjust="0"/>
  </p:normalViewPr>
  <p:slideViewPr>
    <p:cSldViewPr snapToGrid="0" showGuides="1">
      <p:cViewPr varScale="1">
        <p:scale>
          <a:sx n="111" d="100"/>
          <a:sy n="111" d="100"/>
        </p:scale>
        <p:origin x="630" y="102"/>
      </p:cViewPr>
      <p:guideLst>
        <p:guide pos="416"/>
        <p:guide pos="7256"/>
        <p:guide orient="horz" pos="648"/>
        <p:guide orient="horz" pos="709"/>
        <p:guide orient="horz" pos="3928"/>
        <p:guide orient="horz" pos="386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5F2399-1E7A-493F-BC81-D8484600807F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C033ED-FA55-4969-86CA-8A32964524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0103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C033ED-FA55-4969-86CA-8A329645245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961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moban/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CBB1A3C2-4644-33E4-DF99-B74C6520807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366FC34-5621-9C1E-BC15-39114B16F0E2}"/>
              </a:ext>
            </a:extLst>
          </p:cNvPr>
          <p:cNvSpPr/>
          <p:nvPr userDrawn="1"/>
        </p:nvSpPr>
        <p:spPr>
          <a:xfrm>
            <a:off x="9028253" y="0"/>
            <a:ext cx="3163747" cy="541695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97A6F88E-2349-F9CF-6071-2A6CF0852F8F}"/>
              </a:ext>
            </a:extLst>
          </p:cNvPr>
          <p:cNvCxnSpPr>
            <a:cxnSpLocks/>
          </p:cNvCxnSpPr>
          <p:nvPr userDrawn="1"/>
        </p:nvCxnSpPr>
        <p:spPr>
          <a:xfrm>
            <a:off x="277792" y="2685327"/>
            <a:ext cx="0" cy="4172673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椭圆 13">
            <a:extLst>
              <a:ext uri="{FF2B5EF4-FFF2-40B4-BE49-F238E27FC236}">
                <a16:creationId xmlns:a16="http://schemas.microsoft.com/office/drawing/2014/main" id="{DC382A9F-AD63-7A89-B4CB-55A93F027E59}"/>
              </a:ext>
            </a:extLst>
          </p:cNvPr>
          <p:cNvSpPr/>
          <p:nvPr userDrawn="1"/>
        </p:nvSpPr>
        <p:spPr>
          <a:xfrm>
            <a:off x="104171" y="2523281"/>
            <a:ext cx="347241" cy="347241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solidFill>
              <a:schemeClr val="bg1"/>
            </a:solidFill>
          </a:ln>
          <a:effectLst>
            <a:outerShdw blurRad="127000" dist="63500" dir="2700000" algn="tl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106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E855DBC9-D44A-D480-7784-511EFAE4D60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20B6B9A-34F1-006E-86E3-489001BE23FB}"/>
              </a:ext>
            </a:extLst>
          </p:cNvPr>
          <p:cNvSpPr/>
          <p:nvPr userDrawn="1"/>
        </p:nvSpPr>
        <p:spPr>
          <a:xfrm>
            <a:off x="1570892" y="0"/>
            <a:ext cx="2508738" cy="4712677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5798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6400F2BD-9B1E-6A18-14C9-FEA1278D664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B091BAB-5B23-AB47-D366-578B5B17C881}"/>
              </a:ext>
            </a:extLst>
          </p:cNvPr>
          <p:cNvSpPr/>
          <p:nvPr userDrawn="1"/>
        </p:nvSpPr>
        <p:spPr>
          <a:xfrm>
            <a:off x="0" y="0"/>
            <a:ext cx="2836985" cy="541695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7DB0A1D4-EF1B-6F7A-68B3-FE0457294A09}"/>
              </a:ext>
            </a:extLst>
          </p:cNvPr>
          <p:cNvCxnSpPr>
            <a:cxnSpLocks/>
          </p:cNvCxnSpPr>
          <p:nvPr userDrawn="1"/>
        </p:nvCxnSpPr>
        <p:spPr>
          <a:xfrm>
            <a:off x="11692521" y="2685327"/>
            <a:ext cx="0" cy="4172673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10">
            <a:extLst>
              <a:ext uri="{FF2B5EF4-FFF2-40B4-BE49-F238E27FC236}">
                <a16:creationId xmlns:a16="http://schemas.microsoft.com/office/drawing/2014/main" id="{26018689-1E09-74A5-7B1A-EDD9B9385755}"/>
              </a:ext>
            </a:extLst>
          </p:cNvPr>
          <p:cNvSpPr/>
          <p:nvPr userDrawn="1"/>
        </p:nvSpPr>
        <p:spPr>
          <a:xfrm>
            <a:off x="11518900" y="2523281"/>
            <a:ext cx="347241" cy="347241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solidFill>
              <a:schemeClr val="bg1"/>
            </a:solidFill>
          </a:ln>
          <a:effectLst>
            <a:outerShdw blurRad="127000" dist="63500" dir="2700000" algn="tl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95442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450AD34C-45B7-9C94-E5FC-021023BAE13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5CE5C8E-74B6-6D31-FC01-41BCF9960D44}"/>
              </a:ext>
            </a:extLst>
          </p:cNvPr>
          <p:cNvSpPr/>
          <p:nvPr userDrawn="1"/>
        </p:nvSpPr>
        <p:spPr>
          <a:xfrm>
            <a:off x="0" y="0"/>
            <a:ext cx="12192000" cy="108585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9549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DD722EB3-52D2-80EC-25A6-15014F7E053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2A81A31-6E0E-C04D-69BD-603A47E95813}"/>
              </a:ext>
            </a:extLst>
          </p:cNvPr>
          <p:cNvSpPr/>
          <p:nvPr userDrawn="1"/>
        </p:nvSpPr>
        <p:spPr>
          <a:xfrm>
            <a:off x="9028253" y="0"/>
            <a:ext cx="3163747" cy="541695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BB92ECDB-61E2-C471-51EA-3831A182C818}"/>
              </a:ext>
            </a:extLst>
          </p:cNvPr>
          <p:cNvCxnSpPr>
            <a:cxnSpLocks/>
          </p:cNvCxnSpPr>
          <p:nvPr userDrawn="1"/>
        </p:nvCxnSpPr>
        <p:spPr>
          <a:xfrm>
            <a:off x="277792" y="2685327"/>
            <a:ext cx="0" cy="4172673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>
            <a:extLst>
              <a:ext uri="{FF2B5EF4-FFF2-40B4-BE49-F238E27FC236}">
                <a16:creationId xmlns:a16="http://schemas.microsoft.com/office/drawing/2014/main" id="{1502A2A5-C02B-CFB7-38E9-3E0C316C5E15}"/>
              </a:ext>
            </a:extLst>
          </p:cNvPr>
          <p:cNvSpPr/>
          <p:nvPr userDrawn="1"/>
        </p:nvSpPr>
        <p:spPr>
          <a:xfrm>
            <a:off x="104171" y="2523281"/>
            <a:ext cx="347241" cy="347241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solidFill>
              <a:schemeClr val="bg1"/>
            </a:solidFill>
          </a:ln>
          <a:effectLst>
            <a:outerShdw blurRad="127000" dist="63500" dir="2700000" algn="tl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47360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结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DD722EB3-52D2-80EC-25A6-15014F7E053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2A81A31-6E0E-C04D-69BD-603A47E95813}"/>
              </a:ext>
            </a:extLst>
          </p:cNvPr>
          <p:cNvSpPr/>
          <p:nvPr userDrawn="1"/>
        </p:nvSpPr>
        <p:spPr>
          <a:xfrm>
            <a:off x="9028253" y="0"/>
            <a:ext cx="3163747" cy="541695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BB92ECDB-61E2-C471-51EA-3831A182C818}"/>
              </a:ext>
            </a:extLst>
          </p:cNvPr>
          <p:cNvCxnSpPr>
            <a:cxnSpLocks/>
          </p:cNvCxnSpPr>
          <p:nvPr userDrawn="1"/>
        </p:nvCxnSpPr>
        <p:spPr>
          <a:xfrm>
            <a:off x="277792" y="2685327"/>
            <a:ext cx="0" cy="4172673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>
            <a:extLst>
              <a:ext uri="{FF2B5EF4-FFF2-40B4-BE49-F238E27FC236}">
                <a16:creationId xmlns:a16="http://schemas.microsoft.com/office/drawing/2014/main" id="{1502A2A5-C02B-CFB7-38E9-3E0C316C5E15}"/>
              </a:ext>
            </a:extLst>
          </p:cNvPr>
          <p:cNvSpPr/>
          <p:nvPr userDrawn="1"/>
        </p:nvSpPr>
        <p:spPr>
          <a:xfrm>
            <a:off x="104171" y="2523281"/>
            <a:ext cx="347241" cy="347241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solidFill>
              <a:schemeClr val="bg1"/>
            </a:solidFill>
          </a:ln>
          <a:effectLst>
            <a:outerShdw blurRad="127000" dist="63500" dir="2700000" algn="tl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42EF3806-A370-DAAC-7814-DC784825872B}"/>
              </a:ext>
            </a:extLst>
          </p:cNvPr>
          <p:cNvSpPr txBox="1"/>
          <p:nvPr userDrawn="1"/>
        </p:nvSpPr>
        <p:spPr>
          <a:xfrm>
            <a:off x="11651940" y="0"/>
            <a:ext cx="54006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http://www.1ppt.com/moban/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86721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173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0086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5628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86D70C7-1E57-56C2-038D-43705327E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FFBC8D-02D6-68C8-F86B-CCA3D7ED6B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E7DC51-5AE1-1C98-85A1-1E481045F0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8E542D-DDC8-46F7-8A7F-90BAEBA38947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3D5BEC-D3A7-A1EC-AEFF-ACBBFA5EAA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E24E26-EC79-CC2E-5238-1A9FA2161D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FB751C-D683-4B36-B9F4-DA3C12A032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7982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8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3930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>
            <a:extLst>
              <a:ext uri="{FF2B5EF4-FFF2-40B4-BE49-F238E27FC236}">
                <a16:creationId xmlns:a16="http://schemas.microsoft.com/office/drawing/2014/main" id="{A21C241B-910F-9C61-2927-6A00B80874D6}"/>
              </a:ext>
            </a:extLst>
          </p:cNvPr>
          <p:cNvGrpSpPr/>
          <p:nvPr/>
        </p:nvGrpSpPr>
        <p:grpSpPr>
          <a:xfrm>
            <a:off x="6643290" y="1270232"/>
            <a:ext cx="4839390" cy="4317536"/>
            <a:chOff x="6643290" y="1270232"/>
            <a:chExt cx="4839390" cy="4317536"/>
          </a:xfrm>
        </p:grpSpPr>
        <p:sp>
          <p:nvSpPr>
            <p:cNvPr id="10" name="图形 5">
              <a:extLst>
                <a:ext uri="{FF2B5EF4-FFF2-40B4-BE49-F238E27FC236}">
                  <a16:creationId xmlns:a16="http://schemas.microsoft.com/office/drawing/2014/main" id="{6E25F27A-9BF1-EABA-9448-B7F5B20ADDAE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6853961" y="1478836"/>
              <a:ext cx="4371750" cy="3900325"/>
            </a:xfrm>
            <a:custGeom>
              <a:avLst/>
              <a:gdLst>
                <a:gd name="connsiteX0" fmla="*/ 690361 w 699935"/>
                <a:gd name="connsiteY0" fmla="*/ 279147 h 624458"/>
                <a:gd name="connsiteX1" fmla="*/ 690361 w 699935"/>
                <a:gd name="connsiteY1" fmla="*/ 343917 h 624458"/>
                <a:gd name="connsiteX2" fmla="*/ 547486 w 699935"/>
                <a:gd name="connsiteY2" fmla="*/ 591567 h 624458"/>
                <a:gd name="connsiteX3" fmla="*/ 491384 w 699935"/>
                <a:gd name="connsiteY3" fmla="*/ 623951 h 624458"/>
                <a:gd name="connsiteX4" fmla="*/ 206777 w 699935"/>
                <a:gd name="connsiteY4" fmla="*/ 623951 h 624458"/>
                <a:gd name="connsiteX5" fmla="*/ 150675 w 699935"/>
                <a:gd name="connsiteY5" fmla="*/ 591567 h 624458"/>
                <a:gd name="connsiteX6" fmla="*/ 7800 w 699935"/>
                <a:gd name="connsiteY6" fmla="*/ 343917 h 624458"/>
                <a:gd name="connsiteX7" fmla="*/ 7800 w 699935"/>
                <a:gd name="connsiteY7" fmla="*/ 279147 h 624458"/>
                <a:gd name="connsiteX8" fmla="*/ 150675 w 699935"/>
                <a:gd name="connsiteY8" fmla="*/ 31973 h 624458"/>
                <a:gd name="connsiteX9" fmla="*/ 206777 w 699935"/>
                <a:gd name="connsiteY9" fmla="*/ -508 h 624458"/>
                <a:gd name="connsiteX10" fmla="*/ 491765 w 699935"/>
                <a:gd name="connsiteY10" fmla="*/ -508 h 624458"/>
                <a:gd name="connsiteX11" fmla="*/ 547867 w 699935"/>
                <a:gd name="connsiteY11" fmla="*/ 31973 h 62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99935" h="624458">
                  <a:moveTo>
                    <a:pt x="690361" y="279147"/>
                  </a:moveTo>
                  <a:cubicBezTo>
                    <a:pt x="701896" y="299197"/>
                    <a:pt x="701896" y="323866"/>
                    <a:pt x="690361" y="343917"/>
                  </a:cubicBezTo>
                  <a:lnTo>
                    <a:pt x="547486" y="591567"/>
                  </a:lnTo>
                  <a:cubicBezTo>
                    <a:pt x="535885" y="611579"/>
                    <a:pt x="514520" y="623913"/>
                    <a:pt x="491384" y="623951"/>
                  </a:cubicBezTo>
                  <a:lnTo>
                    <a:pt x="206777" y="623951"/>
                  </a:lnTo>
                  <a:cubicBezTo>
                    <a:pt x="183631" y="623951"/>
                    <a:pt x="162248" y="611607"/>
                    <a:pt x="150675" y="591567"/>
                  </a:cubicBezTo>
                  <a:lnTo>
                    <a:pt x="7800" y="343917"/>
                  </a:lnTo>
                  <a:cubicBezTo>
                    <a:pt x="-3830" y="323895"/>
                    <a:pt x="-3830" y="299168"/>
                    <a:pt x="7800" y="279147"/>
                  </a:cubicBezTo>
                  <a:lnTo>
                    <a:pt x="150675" y="31973"/>
                  </a:lnTo>
                  <a:cubicBezTo>
                    <a:pt x="162209" y="11875"/>
                    <a:pt x="183612" y="-508"/>
                    <a:pt x="206777" y="-508"/>
                  </a:cubicBezTo>
                  <a:lnTo>
                    <a:pt x="491765" y="-508"/>
                  </a:lnTo>
                  <a:cubicBezTo>
                    <a:pt x="514930" y="-489"/>
                    <a:pt x="536323" y="11894"/>
                    <a:pt x="547867" y="31973"/>
                  </a:cubicBezTo>
                  <a:close/>
                </a:path>
              </a:pathLst>
            </a:custGeom>
            <a:solidFill>
              <a:schemeClr val="bg1"/>
            </a:solidFill>
            <a:ln w="6055" cap="flat">
              <a:noFill/>
              <a:prstDash val="solid"/>
              <a:miter/>
            </a:ln>
            <a:effectLst>
              <a:outerShdw blurRad="317500" dist="114300" dir="18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" name="图形 5">
              <a:extLst>
                <a:ext uri="{FF2B5EF4-FFF2-40B4-BE49-F238E27FC236}">
                  <a16:creationId xmlns:a16="http://schemas.microsoft.com/office/drawing/2014/main" id="{640317E4-BA20-93D2-DB0C-FE5792172EB7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6643290" y="1270232"/>
              <a:ext cx="4839390" cy="4317536"/>
            </a:xfrm>
            <a:custGeom>
              <a:avLst/>
              <a:gdLst>
                <a:gd name="connsiteX0" fmla="*/ 690361 w 699935"/>
                <a:gd name="connsiteY0" fmla="*/ 279147 h 624458"/>
                <a:gd name="connsiteX1" fmla="*/ 690361 w 699935"/>
                <a:gd name="connsiteY1" fmla="*/ 343917 h 624458"/>
                <a:gd name="connsiteX2" fmla="*/ 547486 w 699935"/>
                <a:gd name="connsiteY2" fmla="*/ 591567 h 624458"/>
                <a:gd name="connsiteX3" fmla="*/ 491384 w 699935"/>
                <a:gd name="connsiteY3" fmla="*/ 623951 h 624458"/>
                <a:gd name="connsiteX4" fmla="*/ 206777 w 699935"/>
                <a:gd name="connsiteY4" fmla="*/ 623951 h 624458"/>
                <a:gd name="connsiteX5" fmla="*/ 150675 w 699935"/>
                <a:gd name="connsiteY5" fmla="*/ 591567 h 624458"/>
                <a:gd name="connsiteX6" fmla="*/ 7800 w 699935"/>
                <a:gd name="connsiteY6" fmla="*/ 343917 h 624458"/>
                <a:gd name="connsiteX7" fmla="*/ 7800 w 699935"/>
                <a:gd name="connsiteY7" fmla="*/ 279147 h 624458"/>
                <a:gd name="connsiteX8" fmla="*/ 150675 w 699935"/>
                <a:gd name="connsiteY8" fmla="*/ 31973 h 624458"/>
                <a:gd name="connsiteX9" fmla="*/ 206777 w 699935"/>
                <a:gd name="connsiteY9" fmla="*/ -508 h 624458"/>
                <a:gd name="connsiteX10" fmla="*/ 491765 w 699935"/>
                <a:gd name="connsiteY10" fmla="*/ -508 h 624458"/>
                <a:gd name="connsiteX11" fmla="*/ 547867 w 699935"/>
                <a:gd name="connsiteY11" fmla="*/ 31973 h 62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99935" h="624458">
                  <a:moveTo>
                    <a:pt x="690361" y="279147"/>
                  </a:moveTo>
                  <a:cubicBezTo>
                    <a:pt x="701896" y="299197"/>
                    <a:pt x="701896" y="323866"/>
                    <a:pt x="690361" y="343917"/>
                  </a:cubicBezTo>
                  <a:lnTo>
                    <a:pt x="547486" y="591567"/>
                  </a:lnTo>
                  <a:cubicBezTo>
                    <a:pt x="535885" y="611579"/>
                    <a:pt x="514520" y="623913"/>
                    <a:pt x="491384" y="623951"/>
                  </a:cubicBezTo>
                  <a:lnTo>
                    <a:pt x="206777" y="623951"/>
                  </a:lnTo>
                  <a:cubicBezTo>
                    <a:pt x="183631" y="623951"/>
                    <a:pt x="162248" y="611607"/>
                    <a:pt x="150675" y="591567"/>
                  </a:cubicBezTo>
                  <a:lnTo>
                    <a:pt x="7800" y="343917"/>
                  </a:lnTo>
                  <a:cubicBezTo>
                    <a:pt x="-3830" y="323895"/>
                    <a:pt x="-3830" y="299168"/>
                    <a:pt x="7800" y="279147"/>
                  </a:cubicBezTo>
                  <a:lnTo>
                    <a:pt x="150675" y="31973"/>
                  </a:lnTo>
                  <a:cubicBezTo>
                    <a:pt x="162209" y="11875"/>
                    <a:pt x="183612" y="-508"/>
                    <a:pt x="206777" y="-508"/>
                  </a:cubicBezTo>
                  <a:lnTo>
                    <a:pt x="491765" y="-508"/>
                  </a:lnTo>
                  <a:cubicBezTo>
                    <a:pt x="514930" y="-489"/>
                    <a:pt x="536323" y="11894"/>
                    <a:pt x="547867" y="31973"/>
                  </a:cubicBezTo>
                  <a:close/>
                </a:path>
              </a:pathLst>
            </a:custGeom>
            <a:noFill/>
            <a:ln w="6055" cap="flat">
              <a:solidFill>
                <a:schemeClr val="bg1"/>
              </a:solidFill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图形 5">
              <a:extLst>
                <a:ext uri="{FF2B5EF4-FFF2-40B4-BE49-F238E27FC236}">
                  <a16:creationId xmlns:a16="http://schemas.microsoft.com/office/drawing/2014/main" id="{305FC1A3-3ED6-05D0-EB9F-B55413E0A80A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7138310" y="1720476"/>
              <a:ext cx="3830060" cy="3417048"/>
            </a:xfrm>
            <a:custGeom>
              <a:avLst/>
              <a:gdLst>
                <a:gd name="connsiteX0" fmla="*/ 690361 w 699935"/>
                <a:gd name="connsiteY0" fmla="*/ 279147 h 624458"/>
                <a:gd name="connsiteX1" fmla="*/ 690361 w 699935"/>
                <a:gd name="connsiteY1" fmla="*/ 343917 h 624458"/>
                <a:gd name="connsiteX2" fmla="*/ 547486 w 699935"/>
                <a:gd name="connsiteY2" fmla="*/ 591567 h 624458"/>
                <a:gd name="connsiteX3" fmla="*/ 491384 w 699935"/>
                <a:gd name="connsiteY3" fmla="*/ 623951 h 624458"/>
                <a:gd name="connsiteX4" fmla="*/ 206777 w 699935"/>
                <a:gd name="connsiteY4" fmla="*/ 623951 h 624458"/>
                <a:gd name="connsiteX5" fmla="*/ 150675 w 699935"/>
                <a:gd name="connsiteY5" fmla="*/ 591567 h 624458"/>
                <a:gd name="connsiteX6" fmla="*/ 7800 w 699935"/>
                <a:gd name="connsiteY6" fmla="*/ 343917 h 624458"/>
                <a:gd name="connsiteX7" fmla="*/ 7800 w 699935"/>
                <a:gd name="connsiteY7" fmla="*/ 279147 h 624458"/>
                <a:gd name="connsiteX8" fmla="*/ 150675 w 699935"/>
                <a:gd name="connsiteY8" fmla="*/ 31973 h 624458"/>
                <a:gd name="connsiteX9" fmla="*/ 206777 w 699935"/>
                <a:gd name="connsiteY9" fmla="*/ -508 h 624458"/>
                <a:gd name="connsiteX10" fmla="*/ 491765 w 699935"/>
                <a:gd name="connsiteY10" fmla="*/ -508 h 624458"/>
                <a:gd name="connsiteX11" fmla="*/ 547867 w 699935"/>
                <a:gd name="connsiteY11" fmla="*/ 31973 h 62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99935" h="624458">
                  <a:moveTo>
                    <a:pt x="690361" y="279147"/>
                  </a:moveTo>
                  <a:cubicBezTo>
                    <a:pt x="701896" y="299197"/>
                    <a:pt x="701896" y="323866"/>
                    <a:pt x="690361" y="343917"/>
                  </a:cubicBezTo>
                  <a:lnTo>
                    <a:pt x="547486" y="591567"/>
                  </a:lnTo>
                  <a:cubicBezTo>
                    <a:pt x="535885" y="611579"/>
                    <a:pt x="514520" y="623913"/>
                    <a:pt x="491384" y="623951"/>
                  </a:cubicBezTo>
                  <a:lnTo>
                    <a:pt x="206777" y="623951"/>
                  </a:lnTo>
                  <a:cubicBezTo>
                    <a:pt x="183631" y="623951"/>
                    <a:pt x="162248" y="611607"/>
                    <a:pt x="150675" y="591567"/>
                  </a:cubicBezTo>
                  <a:lnTo>
                    <a:pt x="7800" y="343917"/>
                  </a:lnTo>
                  <a:cubicBezTo>
                    <a:pt x="-3830" y="323895"/>
                    <a:pt x="-3830" y="299168"/>
                    <a:pt x="7800" y="279147"/>
                  </a:cubicBezTo>
                  <a:lnTo>
                    <a:pt x="150675" y="31973"/>
                  </a:lnTo>
                  <a:cubicBezTo>
                    <a:pt x="162209" y="11875"/>
                    <a:pt x="183612" y="-508"/>
                    <a:pt x="206777" y="-508"/>
                  </a:cubicBezTo>
                  <a:lnTo>
                    <a:pt x="491765" y="-508"/>
                  </a:lnTo>
                  <a:cubicBezTo>
                    <a:pt x="514930" y="-489"/>
                    <a:pt x="536323" y="11894"/>
                    <a:pt x="547867" y="31973"/>
                  </a:cubicBezTo>
                  <a:close/>
                </a:path>
              </a:pathLst>
            </a:custGeom>
            <a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 w="6055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6EDEA242-5EAE-E129-9D92-168AACA79547}"/>
              </a:ext>
            </a:extLst>
          </p:cNvPr>
          <p:cNvGrpSpPr/>
          <p:nvPr/>
        </p:nvGrpSpPr>
        <p:grpSpPr>
          <a:xfrm>
            <a:off x="571014" y="1654669"/>
            <a:ext cx="5948861" cy="3014413"/>
            <a:chOff x="571014" y="1654669"/>
            <a:chExt cx="5948861" cy="3014413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2D7D01BC-25D7-09DC-BE3A-2FAD20CB3261}"/>
                </a:ext>
              </a:extLst>
            </p:cNvPr>
            <p:cNvSpPr txBox="1"/>
            <p:nvPr/>
          </p:nvSpPr>
          <p:spPr>
            <a:xfrm>
              <a:off x="571014" y="2406489"/>
              <a:ext cx="5724644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7200" b="1" dirty="0">
                  <a:gradFill>
                    <a:gsLst>
                      <a:gs pos="0">
                        <a:schemeClr val="accent1"/>
                      </a:gs>
                      <a:gs pos="45000">
                        <a:schemeClr val="accent2"/>
                      </a:gs>
                    </a:gsLst>
                    <a:lin ang="5400000" scaled="1"/>
                  </a:gradFill>
                  <a:latin typeface="+mj-ea"/>
                  <a:ea typeface="+mj-ea"/>
                </a:rPr>
                <a:t>工作总结</a:t>
              </a:r>
              <a:r>
                <a:rPr lang="zh-CN" altLang="en-US" sz="7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</a:rPr>
                <a:t>汇报</a:t>
              </a: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C71DF6F-B9C9-A58A-BF5C-64CC8BE8080A}"/>
                </a:ext>
              </a:extLst>
            </p:cNvPr>
            <p:cNvSpPr txBox="1"/>
            <p:nvPr/>
          </p:nvSpPr>
          <p:spPr>
            <a:xfrm>
              <a:off x="571014" y="1654669"/>
              <a:ext cx="388574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dirty="0">
                  <a:gradFill>
                    <a:gsLst>
                      <a:gs pos="0">
                        <a:schemeClr val="accent1"/>
                      </a:gs>
                      <a:gs pos="45000">
                        <a:schemeClr val="accent2"/>
                      </a:gs>
                    </a:gsLst>
                    <a:lin ang="5400000" scaled="1"/>
                  </a:gradFill>
                  <a:latin typeface="+mj-ea"/>
                  <a:ea typeface="+mj-ea"/>
                </a:rPr>
                <a:t>WORK REPORT</a:t>
              </a:r>
              <a:endParaRPr lang="zh-CN" altLang="en-US" sz="3600" dirty="0">
                <a:gradFill>
                  <a:gsLst>
                    <a:gs pos="0">
                      <a:schemeClr val="accent1"/>
                    </a:gs>
                    <a:gs pos="45000">
                      <a:schemeClr val="accent2"/>
                    </a:gs>
                  </a:gsLst>
                  <a:lin ang="5400000" scaled="1"/>
                </a:gradFill>
                <a:latin typeface="+mj-ea"/>
                <a:ea typeface="+mj-ea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CD0C5D89-1E80-A898-BC7A-72E417B8F252}"/>
                </a:ext>
              </a:extLst>
            </p:cNvPr>
            <p:cNvSpPr txBox="1"/>
            <p:nvPr/>
          </p:nvSpPr>
          <p:spPr>
            <a:xfrm>
              <a:off x="571014" y="4217484"/>
              <a:ext cx="5948861" cy="45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Lorem ipsum dolor sit amet, consectetuer adipiscing elit. Maecenas porttitor congue massa. Fusce posuere, magna sed pulvinar ultricies, purus lectus </a:t>
              </a:r>
              <a:r>
                <a:rPr lang="en-US" altLang="zh-CN" sz="10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malesuada</a:t>
              </a: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 libero.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6556E9-D1AE-0EFE-1704-739B7E71590D}"/>
                </a:ext>
              </a:extLst>
            </p:cNvPr>
            <p:cNvSpPr txBox="1"/>
            <p:nvPr/>
          </p:nvSpPr>
          <p:spPr>
            <a:xfrm>
              <a:off x="571014" y="3605765"/>
              <a:ext cx="5948861" cy="4415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工作总结丨工作汇报丨项目汇报丨述职报告</a:t>
              </a:r>
              <a:endPara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76E76888-2CC6-4C59-818E-FF9C8DBB570F}"/>
              </a:ext>
            </a:extLst>
          </p:cNvPr>
          <p:cNvGrpSpPr/>
          <p:nvPr/>
        </p:nvGrpSpPr>
        <p:grpSpPr>
          <a:xfrm>
            <a:off x="655838" y="5363755"/>
            <a:ext cx="1842812" cy="376280"/>
            <a:chOff x="655838" y="5363755"/>
            <a:chExt cx="1842812" cy="376280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DD8991B5-DD7A-D756-7121-0DEB92710DC9}"/>
                </a:ext>
              </a:extLst>
            </p:cNvPr>
            <p:cNvSpPr/>
            <p:nvPr/>
          </p:nvSpPr>
          <p:spPr>
            <a:xfrm>
              <a:off x="655839" y="5363755"/>
              <a:ext cx="1842811" cy="376280"/>
            </a:xfrm>
            <a:prstGeom prst="roundRect">
              <a:avLst>
                <a:gd name="adj" fmla="val 50000"/>
              </a:avLst>
            </a:prstGeom>
            <a:gradFill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10800000" scaled="0"/>
            </a:gradFill>
            <a:ln>
              <a:solidFill>
                <a:schemeClr val="bg1"/>
              </a:solidFill>
            </a:ln>
            <a:effectLst>
              <a:outerShdw blurRad="165100" dist="50800" dir="1800000" algn="tl" rotWithShape="0">
                <a:schemeClr val="tx1">
                  <a:lumMod val="65000"/>
                  <a:lumOff val="3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55342D36-A69A-8687-CE37-498F5BCA430F}"/>
                </a:ext>
              </a:extLst>
            </p:cNvPr>
            <p:cNvSpPr txBox="1"/>
            <p:nvPr/>
          </p:nvSpPr>
          <p:spPr>
            <a:xfrm>
              <a:off x="655838" y="5366043"/>
              <a:ext cx="1842811" cy="3717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600" dirty="0">
                  <a:solidFill>
                    <a:schemeClr val="bg1"/>
                  </a:solidFill>
                  <a:latin typeface="+mn-ea"/>
                </a:rPr>
                <a:t>汇报人：第一</a:t>
              </a:r>
              <a:r>
                <a:rPr lang="en-US" altLang="zh-CN" sz="1600" dirty="0">
                  <a:solidFill>
                    <a:schemeClr val="bg1"/>
                  </a:solidFill>
                  <a:latin typeface="+mn-ea"/>
                </a:rPr>
                <a:t>PPT</a:t>
              </a:r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83C2253C-B1D7-CF73-361B-9AD6B06DBFF5}"/>
              </a:ext>
            </a:extLst>
          </p:cNvPr>
          <p:cNvCxnSpPr/>
          <p:nvPr/>
        </p:nvCxnSpPr>
        <p:spPr>
          <a:xfrm>
            <a:off x="440481" y="406175"/>
            <a:ext cx="279609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54FC4550-7A39-81E4-7BCE-F9176AE4D5D7}"/>
              </a:ext>
            </a:extLst>
          </p:cNvPr>
          <p:cNvCxnSpPr/>
          <p:nvPr/>
        </p:nvCxnSpPr>
        <p:spPr>
          <a:xfrm>
            <a:off x="440481" y="499882"/>
            <a:ext cx="279609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7C395C11-2A01-ABF8-F93C-B0BEDAA88360}"/>
              </a:ext>
            </a:extLst>
          </p:cNvPr>
          <p:cNvCxnSpPr/>
          <p:nvPr/>
        </p:nvCxnSpPr>
        <p:spPr>
          <a:xfrm>
            <a:off x="440481" y="593590"/>
            <a:ext cx="279609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F5919478-3859-5A1F-4FA4-F5C3E150ADCB}"/>
              </a:ext>
            </a:extLst>
          </p:cNvPr>
          <p:cNvSpPr txBox="1"/>
          <p:nvPr/>
        </p:nvSpPr>
        <p:spPr>
          <a:xfrm>
            <a:off x="758132" y="323166"/>
            <a:ext cx="1035939" cy="36292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LOGO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E3E6208-A709-2783-6196-6F1B02972434}"/>
              </a:ext>
            </a:extLst>
          </p:cNvPr>
          <p:cNvSpPr txBox="1"/>
          <p:nvPr/>
        </p:nvSpPr>
        <p:spPr>
          <a:xfrm>
            <a:off x="1487335" y="323166"/>
            <a:ext cx="1235545" cy="36292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企业名称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0750729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heme/theme1.xml><?xml version="1.0" encoding="utf-8"?>
<a:theme xmlns:a="http://schemas.openxmlformats.org/drawingml/2006/main" name="第一PPT，www.1ppt.com">
  <a:themeElements>
    <a:clrScheme name="自定义 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8EFB"/>
      </a:accent1>
      <a:accent2>
        <a:srgbClr val="006DC3"/>
      </a:accent2>
      <a:accent3>
        <a:srgbClr val="008EFB"/>
      </a:accent3>
      <a:accent4>
        <a:srgbClr val="006DC3"/>
      </a:accent4>
      <a:accent5>
        <a:srgbClr val="008EFB"/>
      </a:accent5>
      <a:accent6>
        <a:srgbClr val="006DC3"/>
      </a:accent6>
      <a:hlink>
        <a:srgbClr val="0563C1"/>
      </a:hlink>
      <a:folHlink>
        <a:srgbClr val="954F72"/>
      </a:folHlink>
    </a:clrScheme>
    <a:fontScheme name="版式主题字体">
      <a:majorFont>
        <a:latin typeface="阿里巴巴普惠体"/>
        <a:ea typeface="思源宋体 CN Heavy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51</Words>
  <Application>Microsoft Office PowerPoint</Application>
  <PresentationFormat>宽屏</PresentationFormat>
  <Paragraphs>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阿里巴巴普惠体</vt:lpstr>
      <vt:lpstr>等线</vt:lpstr>
      <vt:lpstr>微软雅黑</vt:lpstr>
      <vt:lpstr>Arial</vt:lpstr>
      <vt:lpstr>第一PPT，www.1ppt.com</vt:lpstr>
      <vt:lpstr>自定义设计方案</vt:lpstr>
      <vt:lpstr>PowerPoint 演示文稿</vt:lpstr>
    </vt:vector>
  </TitlesOfParts>
  <Manager>第一PPT</Manager>
  <Company>第一PPT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工作汇报总结</dc:title>
  <dc:creator>第一PPT，www.1ppt.com</dc:creator>
  <cp:keywords>www.1ppt.com</cp:keywords>
  <dc:description>第一PPT</dc:description>
  <cp:lastModifiedBy>qq qq</cp:lastModifiedBy>
  <cp:revision>23</cp:revision>
  <dcterms:created xsi:type="dcterms:W3CDTF">2025-04-01T14:17:57Z</dcterms:created>
  <dcterms:modified xsi:type="dcterms:W3CDTF">2026-06-25T03:55:27Z</dcterms:modified>
</cp:coreProperties>
</file>